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BC66E-5BDA-3BBD-1335-FFD8E0081B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6327A8-2377-E4AF-EA77-49E917898F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46F48-9DA0-BDD0-9114-1EF2C3EA8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80A72-E5C5-441F-8919-667DFBC02AB5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840B3-222F-E3FA-7B71-38A68106D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2027B-966E-D237-3F19-6D6212E2E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54B35-A2CE-477D-84FA-1779DB84C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321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46361-0C6B-4DE2-9139-2A3B25342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F7A91-4CC8-253E-6D5A-244EF7263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E52A2-0DF2-9BE3-756D-086A1E880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80A72-E5C5-441F-8919-667DFBC02AB5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69271-8AA5-467F-0F5D-35240727B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98F4A-AFDC-E4DA-A1F5-BAAD34FAA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54B35-A2CE-477D-84FA-1779DB84C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3967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FE2E6-79F8-7CC9-96B1-0A084829C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C09C91-6E78-876B-D819-6DE916DE9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95080-656F-0863-79C2-08D63F094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80A72-E5C5-441F-8919-667DFBC02AB5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1BD22-3920-2D1E-B499-9F8880C62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4C8D6-EE01-D1DD-3385-42A18BCFF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54B35-A2CE-477D-84FA-1779DB84C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994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4C7BD-38D4-B4CA-E090-93DFBDF5E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C93FD-7072-FDA9-36C7-118687788A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3A985-CFB4-9A61-E690-315211081C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B71342-39C3-228A-FFA9-517E13658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80A72-E5C5-441F-8919-667DFBC02AB5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53BFC6-231B-4A02-35C9-F6AA9F9DF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BCAF9B-835D-31A1-1C78-E3730C7F8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54B35-A2CE-477D-84FA-1779DB84C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441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98087-28B6-BF4A-5D52-141E99CC9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B90A4-7239-8655-CB84-6C1A8780C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24FF7-1292-C3B5-97C0-02E7C51902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66E111-7FED-751A-2344-0C3B5B38E7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B54C4B-1253-0E8A-E799-F8849DD1EF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612A81-BE7B-5482-BF43-0B46918AE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80A72-E5C5-441F-8919-667DFBC02AB5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18BD15-8DA4-8CC1-B86E-7ECE690FE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D5A995-A566-17BF-F1AA-E4D251416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54B35-A2CE-477D-84FA-1779DB84C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899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E0B7B-0025-35E9-5362-C110187BF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CFADAE-3F82-8710-788E-1DC3C74AC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80A72-E5C5-441F-8919-667DFBC02AB5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47FBAF-96CC-3AE4-BA3F-4B684E33F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F02CA2-2A40-8649-2EFC-CDFC7CA2D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54B35-A2CE-477D-84FA-1779DB84C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130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962400-F726-0303-91D1-8B5EC12B8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80A72-E5C5-441F-8919-667DFBC02AB5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75531A-1087-5AB3-0618-B51D72FE4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1F7FF6-83B6-64A5-B2BD-FADDA3B7A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54B35-A2CE-477D-84FA-1779DB84C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634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AB99D-AE55-6098-E046-232C1E983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B0217-03D1-5262-39CE-278478364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65EE1C-50DC-FDAD-1B9C-3E7C456C43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12E8AC-7B58-4133-0B94-D0710A97D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80A72-E5C5-441F-8919-667DFBC02AB5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4203E4-B76D-E4ED-1D6E-2A399FB77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2512B-8BE4-FFB1-188E-8C966A47B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54B35-A2CE-477D-84FA-1779DB84C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194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1C87E-9E22-CDE1-23B4-603F6AEFC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CDEB48-FBFD-C240-2633-AC54820CED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3A80AD-C688-57F1-046A-AE64AD6E8D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22467C-16B9-DE41-34EF-D4731215F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80A72-E5C5-441F-8919-667DFBC02AB5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226F4-B371-B1FF-D2D6-74BFBBDC8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F4E4E-7B90-D1C9-811F-25D23B431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54B35-A2CE-477D-84FA-1779DB84C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257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FF972-E009-A9BC-8CF3-A22CA7F9E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E76139-5A6E-9F2E-7C27-04B9C33B7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884F0-A9D3-7CE2-BAE0-565FE22A9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80A72-E5C5-441F-8919-667DFBC02AB5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D9068-BF47-9B48-21F5-84E926E40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AF7D6-1DA8-0AB9-5E68-E7386DF5B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54B35-A2CE-477D-84FA-1779DB84C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721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E5BD69-FFA8-D5DC-34D6-0889046F86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1490A-FE2A-487A-3D62-477FC3358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5184D-9CED-0A71-7D19-064E29A65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80A72-E5C5-441F-8919-667DFBC02AB5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A4ABE-276F-4A78-A070-3AE4A9E8F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3EABF-B69C-F02B-9EB4-198663330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54B35-A2CE-477D-84FA-1779DB84C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8153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74FBB8-9791-5BCE-5CE6-44D0371B1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73AC0-A37C-0987-D1D6-D3996869D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2858B-E909-E6D5-6E07-8E6B4652A3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680A72-E5C5-441F-8919-667DFBC02AB5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B5FE1-2C47-9BA2-3E95-77813792DF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29291-0724-BC23-605E-D36AA5AD7C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754B35-A2CE-477D-84FA-1779DB84C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025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1D282-8BF0-2C8A-1EE9-B414B98A28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9F54CC-AAAF-1852-7686-AA8E2E4B9C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082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B1601-664A-5F41-17E8-7205A46C6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2F3149-1B71-9401-254C-38809118EA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21840" y="-3415982"/>
            <a:ext cx="16103600" cy="1093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845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2973B-7872-A6CC-7C71-1F3667322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A78FFF-670A-F4FC-D081-E5F31C31D2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633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7772D-610A-CDB0-E069-6E1A2F2DE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F1E862-5F1F-FF0E-0BAE-DC7D0527DE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04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2DB99-56A6-60F9-1278-A0BDA762A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6F396B-416D-D7A7-2D86-3C9EE81161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832" y="0"/>
            <a:ext cx="122438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118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C26F9-0796-42C1-9842-F1E31EC9D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5D6719-72C5-0309-1D5E-A1110145CF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4861" y="0"/>
            <a:ext cx="131265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794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AB842-148E-908A-DB86-4BCBC3DB8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47B65D-E0B6-1D9E-99AA-136D54A881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6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696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667EA-3395-F5BA-D61C-90DC7A987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A11D90-5EF7-F240-7A46-58806FC682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477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CE3EF-2832-8197-86E2-AD4858C2E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DE1A72AC-46AC-3F02-A148-CBB7E44A7B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456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801D92-0477-DE15-B52C-28BC5B4A61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016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jil patel</dc:creator>
  <cp:lastModifiedBy>jil patel</cp:lastModifiedBy>
  <cp:revision>1</cp:revision>
  <dcterms:created xsi:type="dcterms:W3CDTF">2026-02-07T11:38:19Z</dcterms:created>
  <dcterms:modified xsi:type="dcterms:W3CDTF">2026-02-07T11:38:40Z</dcterms:modified>
</cp:coreProperties>
</file>